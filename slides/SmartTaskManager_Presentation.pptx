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1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A1F40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0"/>
            <a:ext cx="54864" cy="5143500"/>
          </a:xfrm>
          <a:prstGeom prst="rect">
            <a:avLst/>
          </a:prstGeom>
          <a:solidFill>
            <a:srgbClr val="0A7B83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365760"/>
            <a:ext cx="640080" cy="640080"/>
          </a:xfrm>
          <a:prstGeom prst="ellipse">
            <a:avLst/>
          </a:prstGeom>
          <a:solidFill>
            <a:srgbClr val="0A7B83">
              <a:alpha val="60000"/>
            </a:srgbClr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1097280"/>
            <a:ext cx="914400" cy="914400"/>
          </a:xfrm>
          <a:prstGeom prst="ellipse">
            <a:avLst/>
          </a:prstGeom>
          <a:solidFill>
            <a:srgbClr val="22D1EE">
              <a:alpha val="40000"/>
            </a:srgbClr>
          </a:solidFill>
          <a:ln w="12700">
            <a:solidFill>
              <a:srgbClr val="22D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2286000"/>
            <a:ext cx="457200" cy="457200"/>
          </a:xfrm>
          <a:prstGeom prst="ellipse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3291840"/>
            <a:ext cx="731520" cy="731520"/>
          </a:xfrm>
          <a:prstGeom prst="ellipse">
            <a:avLst/>
          </a:prstGeom>
          <a:solidFill>
            <a:srgbClr val="0A7B83">
              <a:alpha val="50000"/>
            </a:srgbClr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502920"/>
            <a:ext cx="2286000" cy="320040"/>
          </a:xfrm>
          <a:prstGeom prst="rect">
            <a:avLst/>
          </a:prstGeom>
          <a:solidFill>
            <a:srgbClr val="0A7B8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PCCCS495  ·  OOP 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96012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Task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74320" y="1691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2D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274320" y="26060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 Task Scheduling System with OOP Principles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3200400" cy="36576"/>
          </a:xfrm>
          <a:prstGeom prst="rect">
            <a:avLst/>
          </a:prstGeom>
          <a:solidFill>
            <a:srgbClr val="0A7B83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2186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2D1EE"/>
                </a:solidFill>
              </a:rPr>
              <a:t>PROBLEM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4320" y="349300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professionals juggle urgent tasks but generic to-do apps assign equal priority — causing missed deadlines and decision paralysis.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995928"/>
            <a:ext cx="2651760" cy="594360"/>
          </a:xfrm>
          <a:prstGeom prst="rect">
            <a:avLst/>
          </a:prstGeom>
          <a:solidFill>
            <a:srgbClr val="0D22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4023360"/>
            <a:ext cx="265176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1EE"/>
                </a:solidFill>
              </a:rPr>
              <a:t>TARGET USER
</a:t>
            </a:r>
            <a:endParaRPr lang="en-US" sz="8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Students &amp; working professionals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2608" y="4702829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Somnath Shaw  ·  Roll 74
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7090AA"/>
                </a:solidFill>
              </a:rPr>
              <a:t>Spring 2026  ·  IEM, Dept. CSE (IOTCSBT)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A7B83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A7B83"/>
                </a:solidFill>
              </a:rPr>
              <a:t>SLIDE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22D1EE"/>
                </a:solidFill>
              </a:rPr>
              <a:t>Architecture · Classes · Package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8412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A7B83"/>
                </a:solidFill>
              </a:rPr>
              <a:t>HIGH-LEVEL ARCHITECTURE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1115568"/>
            <a:ext cx="4114800" cy="512064"/>
          </a:xfrm>
          <a:prstGeom prst="rect">
            <a:avLst/>
          </a:prstGeom>
          <a:solidFill>
            <a:srgbClr val="1A6B8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11556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SchedulerGUI  (Java Swing  ·  View Layer)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65960" y="16367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F94"/>
                </a:solidFill>
              </a:rPr>
              <a:t>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1847088"/>
            <a:ext cx="4114800" cy="512064"/>
          </a:xfrm>
          <a:prstGeom prst="rect">
            <a:avLst/>
          </a:prstGeom>
          <a:solidFill>
            <a:srgbClr val="0A7B8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184708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SchedulerManager  (Business Logic Layer)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65960" y="23682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F94"/>
                </a:solidFill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2578608"/>
            <a:ext cx="2651760" cy="237744"/>
          </a:xfrm>
          <a:prstGeom prst="rect">
            <a:avLst/>
          </a:prstGeom>
          <a:solidFill>
            <a:srgbClr val="D8EBF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25786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C59"/>
                </a:solidFill>
              </a:rPr>
              <a:t>«abstract» Task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28254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F94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88920" y="28254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F94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3017520"/>
            <a:ext cx="1828800" cy="475488"/>
          </a:xfrm>
          <a:prstGeom prst="rect">
            <a:avLst/>
          </a:prstGeom>
          <a:solidFill>
            <a:srgbClr val="27637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82880" y="30175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OneTimeTask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48840" y="3017520"/>
            <a:ext cx="2011680" cy="475488"/>
          </a:xfrm>
          <a:prstGeom prst="rect">
            <a:avLst/>
          </a:prstGeom>
          <a:solidFill>
            <a:srgbClr val="27637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48840" y="30175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RecurringTask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3584448"/>
            <a:ext cx="4114800" cy="475488"/>
          </a:xfrm>
          <a:prstGeom prst="rect">
            <a:avLst/>
          </a:prstGeom>
          <a:solidFill>
            <a:srgbClr val="1C506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358444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TaskDAO </a:t>
            </a:r>
            <a:r>
              <a:rPr lang="en-US" sz="1000" dirty="0">
                <a:solidFill>
                  <a:srgbClr val="22D1EE"/>
                </a:solidFill>
              </a:rPr>
              <a:t>«interface» → </a:t>
            </a:r>
            <a:r>
              <a:rPr lang="en-US" sz="1100" b="1" dirty="0">
                <a:solidFill>
                  <a:srgbClr val="FFFFFF"/>
                </a:solidFill>
              </a:rPr>
              <a:t>FileTaskDAO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" y="4151376"/>
            <a:ext cx="4114800" cy="91440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92608" y="4169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2D1EE"/>
                </a:solidFill>
              </a:rPr>
              <a:t>PACKAGE  src/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92608" y="43891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Task.java  ·  OneTimeTask.java  ·  RecurringTask.java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TaskDAO.java  ·  FileTaskDAO.java  ·  SchedulerManager.java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SchedulerGUI.java  ·  InvalidTaskDataException.java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0" y="8412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A7B83"/>
                </a:solidFill>
              </a:rPr>
              <a:t>KEY CLASSES &amp; RESPONSIBILITIES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0" y="1115568"/>
            <a:ext cx="4370832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1115568"/>
            <a:ext cx="64008" cy="475488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1143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C59"/>
                </a:solidFill>
              </a:rPr>
              <a:t>Task (abstract)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136245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F94"/>
                </a:solidFill>
              </a:rPr>
              <a:t>Blueprint: shared fields + abstract calculateDynamicPriority()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0" y="1655064"/>
            <a:ext cx="4370832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1655064"/>
            <a:ext cx="64008" cy="475488"/>
          </a:xfrm>
          <a:prstGeom prst="rect">
            <a:avLst/>
          </a:prstGeom>
          <a:solidFill>
            <a:srgbClr val="0A7B83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16824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C59"/>
                </a:solidFill>
              </a:rPr>
              <a:t>OneTimeTask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9160" y="1901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F94"/>
                </a:solidFill>
              </a:rPr>
              <a:t>Single deadline; priority surges sharply near due date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0" y="2194560"/>
            <a:ext cx="4370832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2194560"/>
            <a:ext cx="64008" cy="475488"/>
          </a:xfrm>
          <a:prstGeom prst="rect">
            <a:avLst/>
          </a:prstGeom>
          <a:solidFill>
            <a:srgbClr val="0A8F78"/>
          </a:solidFill>
          <a:ln/>
        </p:spPr>
      </p:sp>
      <p:sp>
        <p:nvSpPr>
          <p:cNvPr id="38" name="Text 36"/>
          <p:cNvSpPr/>
          <p:nvPr/>
        </p:nvSpPr>
        <p:spPr>
          <a:xfrm>
            <a:off x="4709160" y="22219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C59"/>
                </a:solidFill>
              </a:rPr>
              <a:t>RecurringTask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9160" y="24414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F94"/>
                </a:solidFill>
              </a:rPr>
              <a:t>Repeating intervals; priority from next computed occurrence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0" y="2734056"/>
            <a:ext cx="4370832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0" y="2734056"/>
            <a:ext cx="64008" cy="475488"/>
          </a:xfrm>
          <a:prstGeom prst="rect">
            <a:avLst/>
          </a:prstGeom>
          <a:solidFill>
            <a:srgbClr val="166589"/>
          </a:solidFill>
          <a:ln/>
        </p:spPr>
      </p:sp>
      <p:sp>
        <p:nvSpPr>
          <p:cNvPr id="42" name="Text 40"/>
          <p:cNvSpPr/>
          <p:nvPr/>
        </p:nvSpPr>
        <p:spPr>
          <a:xfrm>
            <a:off x="4709160" y="27614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C59"/>
                </a:solidFill>
              </a:rPr>
              <a:t>SchedulerManager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09160" y="298094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F94"/>
                </a:solidFill>
              </a:rPr>
              <a:t>Core logic: add / delete / sort via polymorphic dispatch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0" y="3273552"/>
            <a:ext cx="4370832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0" y="3273552"/>
            <a:ext cx="64008" cy="475488"/>
          </a:xfrm>
          <a:prstGeom prst="rect">
            <a:avLst/>
          </a:prstGeom>
          <a:solidFill>
            <a:srgbClr val="165A6E"/>
          </a:solidFill>
          <a:ln/>
        </p:spPr>
      </p:sp>
      <p:sp>
        <p:nvSpPr>
          <p:cNvPr id="46" name="Text 44"/>
          <p:cNvSpPr/>
          <p:nvPr/>
        </p:nvSpPr>
        <p:spPr>
          <a:xfrm>
            <a:off x="4709160" y="33009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C59"/>
                </a:solidFill>
              </a:rPr>
              <a:t>FileTaskDAO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09160" y="35204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F94"/>
                </a:solidFill>
              </a:rPr>
              <a:t>Serialises task list to disk; implements TaskDAO interface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72000" y="3813048"/>
            <a:ext cx="4370832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572000" y="3813048"/>
            <a:ext cx="64008" cy="47548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50" name="Text 48"/>
          <p:cNvSpPr/>
          <p:nvPr/>
        </p:nvSpPr>
        <p:spPr>
          <a:xfrm>
            <a:off x="4709160" y="38404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C59"/>
                </a:solidFill>
              </a:rPr>
              <a:t>InvalidTaskDataException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09160" y="40599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F94"/>
                </a:solidFill>
              </a:rPr>
              <a:t>Custom checked exception for blank title, null date, past deadline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A623"/>
                </a:solidFill>
              </a:rPr>
              <a:t>SLIDE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Used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5A623"/>
                </a:solidFill>
              </a:rPr>
              <a:t>Abstraction · Inheritance · Polymorphism · Encapsulation + DAO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" y="822960"/>
            <a:ext cx="434340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822960"/>
            <a:ext cx="4343400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9" name="Shape 7"/>
          <p:cNvSpPr/>
          <p:nvPr/>
        </p:nvSpPr>
        <p:spPr>
          <a:xfrm>
            <a:off x="246888" y="950976"/>
            <a:ext cx="329184" cy="329184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" y="950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941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" y="133502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A6B8A"/>
                </a:solidFill>
              </a:rPr>
              <a:t>WHERE: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77240" y="1325880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1A2E"/>
                </a:solidFill>
              </a:rPr>
              <a:t>Task (abstract class) · TaskDAO (interface)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6888" y="1572768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Task declares calculateDynamicPriority() abstract — no generic task can be instantiated. TaskDAO hides file I/O details from SchedulerManager.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" y="2103120"/>
            <a:ext cx="4123944" cy="475488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1752" y="2121408"/>
            <a:ext cx="4050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double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calculateDynamicPriority();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17720" y="822960"/>
            <a:ext cx="434340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822960"/>
            <a:ext cx="4343400" cy="54864"/>
          </a:xfrm>
          <a:prstGeom prst="rect">
            <a:avLst/>
          </a:prstGeom>
          <a:solidFill>
            <a:srgbClr val="0A8F78"/>
          </a:solidFill>
          <a:ln/>
        </p:spPr>
      </p:sp>
      <p:sp>
        <p:nvSpPr>
          <p:cNvPr id="19" name="Shape 17"/>
          <p:cNvSpPr/>
          <p:nvPr/>
        </p:nvSpPr>
        <p:spPr>
          <a:xfrm>
            <a:off x="4727448" y="950976"/>
            <a:ext cx="329184" cy="329184"/>
          </a:xfrm>
          <a:prstGeom prst="ellipse">
            <a:avLst/>
          </a:prstGeom>
          <a:solidFill>
            <a:srgbClr val="0A8F78"/>
          </a:solidFill>
          <a:ln/>
        </p:spPr>
      </p:sp>
      <p:sp>
        <p:nvSpPr>
          <p:cNvPr id="20" name="Text 18"/>
          <p:cNvSpPr/>
          <p:nvPr/>
        </p:nvSpPr>
        <p:spPr>
          <a:xfrm>
            <a:off x="4727448" y="950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38928" y="941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27448" y="133502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A8F78"/>
                </a:solidFill>
              </a:rPr>
              <a:t>WHERE: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257800" y="1325880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1A2E"/>
                </a:solidFill>
              </a:rPr>
              <a:t>OneTimeTask &amp; RecurringTask extend Task;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1A1A2E"/>
                </a:solidFill>
              </a:rPr>
              <a:t>InvalidTaskDataException extends Exception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27448" y="1572768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Both subclasses inherit 4 protected fields via super(). InvalidTaskDataException inherits full exception plumbing (getMessage, printStackTrace) for free.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27448" y="2103120"/>
            <a:ext cx="4123944" cy="475488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82312" y="2121408"/>
            <a:ext cx="4050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OneTimeTask extends Task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super(id,title,deadline,pri);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37160" y="2816352"/>
            <a:ext cx="434340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37160" y="2816352"/>
            <a:ext cx="4343400" cy="54864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9" name="Shape 27"/>
          <p:cNvSpPr/>
          <p:nvPr/>
        </p:nvSpPr>
        <p:spPr>
          <a:xfrm>
            <a:off x="246888" y="2944368"/>
            <a:ext cx="329184" cy="329184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30" name="Text 28"/>
          <p:cNvSpPr/>
          <p:nvPr/>
        </p:nvSpPr>
        <p:spPr>
          <a:xfrm>
            <a:off x="246888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" y="29352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46888" y="33284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B4513"/>
                </a:solidFill>
              </a:rPr>
              <a:t>WHERE: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77240" y="3319272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1A2E"/>
                </a:solidFill>
              </a:rPr>
              <a:t>calculateDynamicPriority() overridden in both subclasses; called via List&lt;Task&gt;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46888" y="356616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SchedulerManager sorts a mixed list with ONE comparator — no instanceof check. JVM dispatches to the correct @Override at runtime (dynamic dispatch).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6888" y="4096512"/>
            <a:ext cx="4123944" cy="475488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01752" y="4114800"/>
            <a:ext cx="4050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tasks.sort((a,b)-&gt;Double.compare(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b.calcDynPri(),a.calcDynPri()));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17720" y="2816352"/>
            <a:ext cx="434340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17720" y="2816352"/>
            <a:ext cx="4343400" cy="54864"/>
          </a:xfrm>
          <a:prstGeom prst="rect">
            <a:avLst/>
          </a:prstGeom>
          <a:solidFill>
            <a:srgbClr val="6B1A6B"/>
          </a:solidFill>
          <a:ln/>
        </p:spPr>
      </p:sp>
      <p:sp>
        <p:nvSpPr>
          <p:cNvPr id="39" name="Shape 37"/>
          <p:cNvSpPr/>
          <p:nvPr/>
        </p:nvSpPr>
        <p:spPr>
          <a:xfrm>
            <a:off x="4727448" y="2944368"/>
            <a:ext cx="329184" cy="329184"/>
          </a:xfrm>
          <a:prstGeom prst="ellipse">
            <a:avLst/>
          </a:prstGeom>
          <a:solidFill>
            <a:srgbClr val="6B1A6B"/>
          </a:solidFill>
          <a:ln/>
        </p:spPr>
      </p:sp>
      <p:sp>
        <p:nvSpPr>
          <p:cNvPr id="40" name="Text 38"/>
          <p:cNvSpPr/>
          <p:nvPr/>
        </p:nvSpPr>
        <p:spPr>
          <a:xfrm>
            <a:off x="4727448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38928" y="29352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+ DAO Pattern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727448" y="33284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B1A6B"/>
                </a:solidFill>
              </a:rPr>
              <a:t>WHERE: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257800" y="3319272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1A2E"/>
                </a:solidFill>
              </a:rPr>
              <a:t>private final filePath in FileTaskDAO;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1A1A2E"/>
                </a:solidFill>
              </a:rPr>
              <a:t>protected fields + validated setters in Task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27448" y="356616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filePath is private final — no class can redirect the save file. setDeadline() null-checks enforce business rules at mutation. DAO decouples logic from storage.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27448" y="4096512"/>
            <a:ext cx="4123944" cy="475488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782312" y="4114800"/>
            <a:ext cx="4050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final String filePath;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setDeadline(LocalDate d){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if(d==null) throw ...;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A623"/>
                </a:solidFill>
              </a:rPr>
              <a:t>SLIDE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5A623"/>
                </a:solidFill>
              </a:rPr>
              <a:t>Dynamic Priority Formula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841248"/>
            <a:ext cx="8778240" cy="3657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84124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2D1EE"/>
                </a:solidFill>
              </a:rPr>
              <a:t>Design Decision: Formula-based dynamic priority scoring — no manual re-ranking needed by the user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13258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5A623"/>
                </a:solidFill>
              </a:rPr>
              <a:t>THE FORMULA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1572768"/>
            <a:ext cx="4114800" cy="1024128"/>
          </a:xfrm>
          <a:prstGeom prst="rect">
            <a:avLst/>
          </a:prstGeom>
          <a:solidFill>
            <a:srgbClr val="0A152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572768"/>
            <a:ext cx="54864" cy="1024128"/>
          </a:xfrm>
          <a:prstGeom prst="rect">
            <a:avLst/>
          </a:prstGeom>
          <a:solidFill>
            <a:srgbClr val="0A7B83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6002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1EE"/>
                </a:solidFill>
              </a:rPr>
              <a:t>OneTimeTask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184708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(daysLeft &lt; 0)  → basePriority + 100.0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              → basePriority + (1.0/(daysLeft+1)) × 50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23774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090AA"/>
                </a:solidFill>
              </a:rPr>
              <a:t>Overdue tasks always surface to the top (+ 100 boost)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2880" y="2697480"/>
            <a:ext cx="4114800" cy="987552"/>
          </a:xfrm>
          <a:prstGeom prst="rect">
            <a:avLst/>
          </a:prstGeom>
          <a:solidFill>
            <a:srgbClr val="0A152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2697480"/>
            <a:ext cx="54864" cy="9875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7249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RecurringTask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29809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nextOccurrence = deadline.plusDays(intervalDays × 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basePriority + (1.0/(daysLeft+1)) × 30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34564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090AA"/>
                </a:solidFill>
              </a:rPr>
              <a:t>Softer urgency (×30) — recurring tasks don't spike as sharply as one-time tasks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13258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5A623"/>
                </a:solidFill>
              </a:rPr>
              <a:t>WHY THIS DESIGN?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389120" cy="694944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45152" y="16459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38928" y="16367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 manual work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38928" y="18836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0"/>
                </a:solidFill>
              </a:rPr>
              <a:t>Priority auto-adjusts on every Refresh. Users never drag-and-drop to reorder tasks.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0" y="2340864"/>
            <a:ext cx="4389120" cy="694944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45152" y="241401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38928" y="2404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Overdue safety net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38928" y="2651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0"/>
                </a:solidFill>
              </a:rPr>
              <a:t>+100 boost ensures no overdue task stays buried regardless of its base priority.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3108960"/>
            <a:ext cx="4389120" cy="694944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45152" y="318211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➗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138928" y="31729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Zero-division guard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38928" y="34198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0"/>
                </a:solidFill>
              </a:rPr>
              <a:t>(daysLeft+1) in denominator prevents crash when deadline falls exactly on today.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0" y="3877056"/>
            <a:ext cx="4389120" cy="694944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645152" y="39502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138928" y="39410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Different urgency curves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38928" y="41879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0"/>
                </a:solidFill>
              </a:rPr>
              <a:t>OneTime (×50) is sharper; Recurring (×30) is softer — matches real-world urgency semantics.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2880" y="3822192"/>
            <a:ext cx="8778240" cy="1170432"/>
          </a:xfrm>
          <a:prstGeom prst="rect">
            <a:avLst/>
          </a:prstGeom>
          <a:solidFill>
            <a:srgbClr val="0A152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82880" y="3822192"/>
            <a:ext cx="54864" cy="11704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384962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7AE60"/>
                </a:solidFill>
              </a:rPr>
              <a:t>POLYMORPHIC SORT  (SchedulerManager.java)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0040" y="406908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List&lt;Task&gt; getSortedTasks()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List&lt;Task&gt; sorted = new ArrayList&lt;&gt;(tasks);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sorted.sort((a, b) -&gt; Double.compare(b.calculateDynamicPriority(), a.calculateDynamicPriority()));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sorted;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7AE60"/>
                </a:solidFill>
              </a:rPr>
              <a:t>SLIDE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Guide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425196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822960"/>
            <a:ext cx="4251960" cy="347472"/>
          </a:xfrm>
          <a:prstGeom prst="rect">
            <a:avLst/>
          </a:prstGeom>
          <a:solidFill>
            <a:srgbClr val="0A7B83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MEANINGFUL SCENARIO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234440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1. Launch GUI — show empty task table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508760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2. Add OneTimeTask: "Exam Prep" → tomorrow, priority 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783080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3. Add RecurringTask: "Daily Standup" → interval 1 day, priority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2057400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4. Add OneTimeTask: "Assignment" → 10 days, priority 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331720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7B83"/>
                </a:solidFill>
              </a:rPr>
              <a:t>5. Click Refresh → Exam Prep ranks #1 automatically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2606040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6. Explain: deadline proximity overrides base priority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2880360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7B83"/>
                </a:solidFill>
              </a:rPr>
              <a:t>7. Close &amp; relaunch → all tasks reload from file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36592" y="822960"/>
            <a:ext cx="425196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36592" y="822960"/>
            <a:ext cx="4251960" cy="34747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ERROR HANDLING DEMO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23444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1A2E"/>
                </a:solidFill>
              </a:rPr>
              <a:t>1. Leave Title blank → click Add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846320" y="146669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E74C3C"/>
                </a:solidFill>
              </a:rPr>
              <a:t>   Error: "Task title cannot be blank"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846320" y="1698955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1A2E"/>
                </a:solidFill>
              </a:rPr>
              <a:t>   Task NOT added — list stays clean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846320" y="1931213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846320" y="216347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1A2E"/>
                </a:solidFill>
              </a:rPr>
              <a:t>2. Set a past date as deadline → click Add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846320" y="239572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E74C3C"/>
                </a:solidFill>
              </a:rPr>
              <a:t>   Error: "Deadline must be today or future"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846320" y="262798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846320" y="2860243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1A2E"/>
                </a:solidFill>
              </a:rPr>
              <a:t>3. InvalidTaskDataException caught in Manager,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846320" y="3092501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A1A2E"/>
                </a:solidFill>
              </a:rPr>
              <a:t>   GUI catches it → JOptionPane error dialog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164592" y="3438144"/>
            <a:ext cx="8823960" cy="1572768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" y="347472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A623"/>
                </a:solidFill>
              </a:rPr>
              <a:t>WHAT TO DO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0040" y="37673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1EE"/>
                </a:solidFill>
              </a:rPr>
              <a:t>On sort:  </a:t>
            </a:r>
            <a:r>
              <a:rPr lang="en-US" sz="900" dirty="0">
                <a:solidFill>
                  <a:srgbClr val="9BAAB5"/>
                </a:solidFill>
              </a:rPr>
              <a:t>"Exam Prep ranks first even though Assignment has higher base priority — urgency formula auto-boosts as deadlines approach."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40965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1EE"/>
                </a:solidFill>
              </a:rPr>
              <a:t>On persistence:  </a:t>
            </a:r>
            <a:r>
              <a:rPr lang="en-US" sz="900" dirty="0">
                <a:solidFill>
                  <a:srgbClr val="9BAAB5"/>
                </a:solidFill>
              </a:rPr>
              <a:t>"I close and reopen the app — all tasks reload. FileTaskDAO used Java Object Serialisation to persist the list to disk."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" y="442569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1EE"/>
                </a:solidFill>
              </a:rPr>
              <a:t>On error:  </a:t>
            </a:r>
            <a:r>
              <a:rPr lang="en-US" sz="900" dirty="0">
                <a:solidFill>
                  <a:srgbClr val="9BAAB5"/>
                </a:solidFill>
              </a:rPr>
              <a:t>"InvalidTaskDataException is a custom checked exception — Manager throws, GUI catches and shows JOptionPane dialog. List stays intact."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919</Words>
  <Application>Microsoft Office PowerPoint</Application>
  <PresentationFormat>On-screen Show (16:9)</PresentationFormat>
  <Paragraphs>136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Task Manager</dc:title>
  <dc:subject>PptxGenJS Presentation</dc:subject>
  <dc:creator>Somnath Shaw, Roll 74</dc:creator>
  <cp:lastModifiedBy>Somnath Shaw</cp:lastModifiedBy>
  <cp:revision>2</cp:revision>
  <dcterms:created xsi:type="dcterms:W3CDTF">2026-03-30T11:37:04Z</dcterms:created>
  <dcterms:modified xsi:type="dcterms:W3CDTF">2026-03-30T12:12:23Z</dcterms:modified>
</cp:coreProperties>
</file>